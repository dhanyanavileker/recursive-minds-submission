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95e4b5a48748c0" /><Relationship Type="http://schemas.openxmlformats.org/officeDocument/2006/relationships/extended-properties" Target="/docProps/app.xml" Id="R060e863675414090" /><Relationship Type="http://schemas.openxmlformats.org/officeDocument/2006/relationships/officeDocument" Target="/ppt/presentation.xml" Id="R8b21d7e1dc694fd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23592f4ebb1453c"/>
  </p:sldMasterIdLst>
  <p:notesMasterIdLst>
    <p:notesMasterId xmlns:r="http://schemas.openxmlformats.org/officeDocument/2006/relationships" r:id="Ra72f65f3994b4ef5"/>
  </p:notesMasterIdLst>
  <p:sldIdLst>
    <p:sldId xmlns:r="http://schemas.openxmlformats.org/officeDocument/2006/relationships" id="256" r:id="R5dff6a9cd3cc464f"/>
    <p:sldId xmlns:r="http://schemas.openxmlformats.org/officeDocument/2006/relationships" id="257" r:id="R7452d25f4ba34dbb"/>
    <p:sldId xmlns:r="http://schemas.openxmlformats.org/officeDocument/2006/relationships" id="258" r:id="R4fa3901557954c50"/>
    <p:sldId xmlns:r="http://schemas.openxmlformats.org/officeDocument/2006/relationships" id="259" r:id="R0b7cc0e9f08647aa"/>
    <p:sldId xmlns:r="http://schemas.openxmlformats.org/officeDocument/2006/relationships" id="260" r:id="Ra17a1beb530841fc"/>
    <p:sldId xmlns:r="http://schemas.openxmlformats.org/officeDocument/2006/relationships" id="261" r:id="R66f558a4fde04bc0"/>
    <p:sldId xmlns:r="http://schemas.openxmlformats.org/officeDocument/2006/relationships" id="262" r:id="Rb817986712774922"/>
    <p:sldId xmlns:r="http://schemas.openxmlformats.org/officeDocument/2006/relationships" id="263" r:id="Rfb6ba493153b4c5e"/>
    <p:sldId xmlns:r="http://schemas.openxmlformats.org/officeDocument/2006/relationships" id="264" r:id="Rc67889f8028e4868"/>
    <p:sldId xmlns:r="http://schemas.openxmlformats.org/officeDocument/2006/relationships" id="265" r:id="R4b0c89567cd441ba"/>
    <p:sldId xmlns:r="http://schemas.openxmlformats.org/officeDocument/2006/relationships" id="266" r:id="Raf9d5d71633e4cec"/>
    <p:sldId xmlns:r="http://schemas.openxmlformats.org/officeDocument/2006/relationships" id="267" r:id="R025bd8bcc523404d"/>
    <p:sldId xmlns:r="http://schemas.openxmlformats.org/officeDocument/2006/relationships" id="268" r:id="R419b62581e5645da"/>
    <p:sldId xmlns:r="http://schemas.openxmlformats.org/officeDocument/2006/relationships" id="269" r:id="Ra8275662edac42ca"/>
    <p:sldId xmlns:r="http://schemas.openxmlformats.org/officeDocument/2006/relationships" id="270" r:id="R1a6df3dbc5ec4e93"/>
    <p:sldId xmlns:r="http://schemas.openxmlformats.org/officeDocument/2006/relationships" id="271" r:id="R8d47b1c14dd346f3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cddf37f7e08845d4"/>
      <p:bold xmlns:r="http://schemas.openxmlformats.org/officeDocument/2006/relationships" r:id="Rf7ebaf8e56b34531"/>
    </p:embeddedFont>
    <p:embeddedFont>
      <p:font typeface="Google Sans Flex"/>
      <p:regular xmlns:r="http://schemas.openxmlformats.org/officeDocument/2006/relationships" r:id="Ra8e681db4ad741bf"/>
      <p:bold xmlns:r="http://schemas.openxmlformats.org/officeDocument/2006/relationships" r:id="R6a62a1aee6cd4844"/>
    </p:embeddedFont>
    <p:embeddedFont>
      <p:font typeface="Google Sans Flex SemiBold"/>
      <p:regular xmlns:r="http://schemas.openxmlformats.org/officeDocument/2006/relationships" r:id="R515c3f2487084a93"/>
      <p:bold xmlns:r="http://schemas.openxmlformats.org/officeDocument/2006/relationships" r:id="R2419f3d6d6644521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da65f434824657" /><Relationship Type="http://schemas.openxmlformats.org/officeDocument/2006/relationships/slideMaster" Target="/ppt/slideMasters/slideMaster1.xml" Id="R023592f4ebb1453c" /><Relationship Type="http://schemas.openxmlformats.org/officeDocument/2006/relationships/notesMaster" Target="/ppt/notesMasters/notesMaster1.xml" Id="Ra72f65f3994b4ef5" /><Relationship Type="http://schemas.openxmlformats.org/officeDocument/2006/relationships/presProps" Target="/ppt/presProps.xml" Id="R41b0f85231264484" /><Relationship Type="http://schemas.openxmlformats.org/officeDocument/2006/relationships/viewProps" Target="/ppt/viewProps.xml" Id="R4f1efaba26b046a2" /><Relationship Type="http://schemas.openxmlformats.org/officeDocument/2006/relationships/tableStyles" Target="/ppt/tableStyles.xml" Id="R566a28e7f72a4d80" /><Relationship Type="http://schemas.openxmlformats.org/officeDocument/2006/relationships/font" Target="/ppt/fonts/font.dat" Id="Rcddf37f7e08845d4" /><Relationship Type="http://schemas.openxmlformats.org/officeDocument/2006/relationships/font" Target="/ppt/fonts/font2.dat" Id="Rf7ebaf8e56b34531" /><Relationship Type="http://schemas.openxmlformats.org/officeDocument/2006/relationships/font" Target="/ppt/fonts/font3.dat" Id="Ra8e681db4ad741bf" /><Relationship Type="http://schemas.openxmlformats.org/officeDocument/2006/relationships/font" Target="/ppt/fonts/font4.dat" Id="R6a62a1aee6cd4844" /><Relationship Type="http://schemas.openxmlformats.org/officeDocument/2006/relationships/font" Target="/ppt/fonts/font5.dat" Id="R515c3f2487084a93" /><Relationship Type="http://schemas.openxmlformats.org/officeDocument/2006/relationships/font" Target="/ppt/fonts/font6.dat" Id="R2419f3d6d6644521" /><Relationship Type="http://schemas.openxmlformats.org/officeDocument/2006/relationships/slide" Target="/ppt/slides/slide1.xml" Id="R5dff6a9cd3cc464f" /><Relationship Type="http://schemas.openxmlformats.org/officeDocument/2006/relationships/slide" Target="/ppt/slides/slide2.xml" Id="R7452d25f4ba34dbb" /><Relationship Type="http://schemas.openxmlformats.org/officeDocument/2006/relationships/slide" Target="/ppt/slides/slide3.xml" Id="R4fa3901557954c50" /><Relationship Type="http://schemas.openxmlformats.org/officeDocument/2006/relationships/slide" Target="/ppt/slides/slide4.xml" Id="R0b7cc0e9f08647aa" /><Relationship Type="http://schemas.openxmlformats.org/officeDocument/2006/relationships/slide" Target="/ppt/slides/slide5.xml" Id="Ra17a1beb530841fc" /><Relationship Type="http://schemas.openxmlformats.org/officeDocument/2006/relationships/slide" Target="/ppt/slides/slide6.xml" Id="R66f558a4fde04bc0" /><Relationship Type="http://schemas.openxmlformats.org/officeDocument/2006/relationships/slide" Target="/ppt/slides/slide7.xml" Id="Rb817986712774922" /><Relationship Type="http://schemas.openxmlformats.org/officeDocument/2006/relationships/slide" Target="/ppt/slides/slide8.xml" Id="Rfb6ba493153b4c5e" /><Relationship Type="http://schemas.openxmlformats.org/officeDocument/2006/relationships/slide" Target="/ppt/slides/slide9.xml" Id="Rc67889f8028e4868" /><Relationship Type="http://schemas.openxmlformats.org/officeDocument/2006/relationships/slide" Target="/ppt/slides/slide10.xml" Id="R4b0c89567cd441ba" /><Relationship Type="http://schemas.openxmlformats.org/officeDocument/2006/relationships/slide" Target="/ppt/slides/slide11.xml" Id="Raf9d5d71633e4cec" /><Relationship Type="http://schemas.openxmlformats.org/officeDocument/2006/relationships/slide" Target="/ppt/slides/slide12.xml" Id="R025bd8bcc523404d" /><Relationship Type="http://schemas.openxmlformats.org/officeDocument/2006/relationships/slide" Target="/ppt/slides/slide13.xml" Id="R419b62581e5645da" /><Relationship Type="http://schemas.openxmlformats.org/officeDocument/2006/relationships/slide" Target="/ppt/slides/slide14.xml" Id="Ra8275662edac42ca" /><Relationship Type="http://schemas.openxmlformats.org/officeDocument/2006/relationships/slide" Target="/ppt/slides/slide15.xml" Id="R1a6df3dbc5ec4e93" /><Relationship Type="http://schemas.openxmlformats.org/officeDocument/2006/relationships/slide" Target="/ppt/slides/slide16.xml" Id="R8d47b1c14dd346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4f24d2b2a4b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4dbd7dd2f496f" /><Relationship Type="http://schemas.openxmlformats.org/officeDocument/2006/relationships/notesMaster" Target="/ppt/notesMasters/notesMaster1.xml" Id="R549779a5005a4f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7339b0c3474760" /><Relationship Type="http://schemas.openxmlformats.org/officeDocument/2006/relationships/notesMaster" Target="/ppt/notesMasters/notesMaster1.xml" Id="R43eeb0dfb7d64a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a3af518bbb46d5" /><Relationship Type="http://schemas.openxmlformats.org/officeDocument/2006/relationships/notesMaster" Target="/ppt/notesMasters/notesMaster1.xml" Id="R0ce874dbcf494f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2b1b24c3434961" /><Relationship Type="http://schemas.openxmlformats.org/officeDocument/2006/relationships/notesMaster" Target="/ppt/notesMasters/notesMaster1.xml" Id="R1646f112e5ef40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9902f1d1a54cc0" /><Relationship Type="http://schemas.openxmlformats.org/officeDocument/2006/relationships/notesMaster" Target="/ppt/notesMasters/notesMaster1.xml" Id="Rf3bb7eeb99424e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0b9afd99924b9b" /><Relationship Type="http://schemas.openxmlformats.org/officeDocument/2006/relationships/notesMaster" Target="/ppt/notesMasters/notesMaster1.xml" Id="R748d00aabb914b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21b6a308e642c4" /><Relationship Type="http://schemas.openxmlformats.org/officeDocument/2006/relationships/notesMaster" Target="/ppt/notesMasters/notesMaster1.xml" Id="Re303a27cf6344f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b07cccea45430f" /><Relationship Type="http://schemas.openxmlformats.org/officeDocument/2006/relationships/notesMaster" Target="/ppt/notesMasters/notesMaster1.xml" Id="R65400e27041b46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9b6a17f48f43de" /><Relationship Type="http://schemas.openxmlformats.org/officeDocument/2006/relationships/notesMaster" Target="/ppt/notesMasters/notesMaster1.xml" Id="R1819a9a878434c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1f94b6dd9d4fa3" /><Relationship Type="http://schemas.openxmlformats.org/officeDocument/2006/relationships/notesMaster" Target="/ppt/notesMasters/notesMaster1.xml" Id="Rff83c328042b40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39dd72bbff41f1" /><Relationship Type="http://schemas.openxmlformats.org/officeDocument/2006/relationships/notesMaster" Target="/ppt/notesMasters/notesMaster1.xml" Id="R36d30a59608146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07be47fca74418" /><Relationship Type="http://schemas.openxmlformats.org/officeDocument/2006/relationships/notesMaster" Target="/ppt/notesMasters/notesMaster1.xml" Id="Re87eed799eda4f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39b8eccf5f46d2" /><Relationship Type="http://schemas.openxmlformats.org/officeDocument/2006/relationships/notesMaster" Target="/ppt/notesMasters/notesMaster1.xml" Id="R2e6ce04654304c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ecf9a206e34040" /><Relationship Type="http://schemas.openxmlformats.org/officeDocument/2006/relationships/notesMaster" Target="/ppt/notesMasters/notesMaster1.xml" Id="R3feddb57ac9c45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15446545234677" /><Relationship Type="http://schemas.openxmlformats.org/officeDocument/2006/relationships/notesMaster" Target="/ppt/notesMasters/notesMaster1.xml" Id="R65352ed1cf8d48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fc5b58a0f04f46" /><Relationship Type="http://schemas.openxmlformats.org/officeDocument/2006/relationships/notesMaster" Target="/ppt/notesMasters/notesMaster1.xml" Id="Rf3fcac53a25c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Team details were confirmed from the supplied event-dashboard screenshot. Product framing: RESOURCE_PLAN.md and COMPETITION_STRATEGY.md.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template instruction page retained.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COMPETITION_STRATEGY.md, RESOURCE_PLAN.md and BRAND_GUIDELINES.md. Brand artwork is a project asset supplied by the team.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COMPETITION_STRATEGY.md. The deck avoids unsupported claims about market leadership or competitor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Implemented prototype behavior and current limitations: PRODUCT.md, DESIGN.md and resource-app/README.md. Live Gemini and Firebase persistence remain planned work.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RESOURCE_PLAN.md and COMPETITION_STRATEGY.md. The scenario is a proposed demonstration, not a measured user study.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Product direction supplied by the team. The editable mock diagrams show chat, dashboard and mobile-first interface modes.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architecture from RESOURCE_PLAN.md. Hosting, Firestore, Auth, App Check and live Gemini access require final deployment verification.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resource-app/package.json, RESOURCE_PLAN.md and UI_UX_NOTES.md. Google services remain the proposed deployment stack until public deployment is verified.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RESOURCE_PLAN.md. ₹0 is a target based on the proposed unbilled architecture, not a guarantee of availability or quota.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image: demo/resource_agent_demo.webp, a project-owned prototype screenshot.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Verified items come from resource-app/README.md and DESIGN.md. Unmeasured benchmark plans come from SUBMISSION_CHECKLIST.md and the submission workbook.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RESOURCE_PLAN.md and PRODUCT.md. Future items are deliberately separated from current prototype capability.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GitHub and deployed product URLs were supplied by the team. The video link still needs to be added before submission.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COMPETITION_STRATEGY.md, RESOURCE_PLAN.md and DESIGN.md. Live Gemini integration remains pending at the time this deck was authored.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template thank-you slide retained.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e7981dff146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bedd68efe4d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9159df26448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621284123c4c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f16c540694a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5d98cfcaf49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7c0c4246949d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ba9dd9a594cc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afa6196a34b1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41206dd174fd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02890fc5841b3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92590166-58A1-47E4-92B2-DAB07903FF7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8510CA46-3DFA-424E-867D-43A10B5119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2E8ADFD-69E4-41A5-9599-EF6F25AF27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B0531BBB-F831-46F0-A592-6C9FB85C1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574BFF46-8218-4D4D-99B5-84A6DB2BD0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4F8EB93B-FF42-4473-9441-D5691BCB6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0EDA552A-526B-4876-BD8A-D65784F7F9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705FAFE-C10C-48C3-9253-E58F39C248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CB602AD2-5AF7-40F0-8CBB-4CAF9B1108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F6512A14-7A74-4829-80B0-EFAEB6EE94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5ADEBD8-629B-4752-BF24-8BD874675D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A15868BB-AD6D-46A7-962D-C9AFE270E2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5E42D497-035D-4B57-A2A2-78B34EE84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F467F830-CCCE-4E85-9CBF-1229CD108B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47B3A771-0E21-4EC4-A19F-4A4443794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19AE2DB9-C267-4FEE-A35F-71E5E7CFFE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35220521-6E8F-4070-80A3-A0CC905AF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68AA0311-ADED-468F-B774-ABF6550EE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45DFE71E-9EFF-45F0-B564-4FDF3D668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5437AD1-20D7-42E7-ACFC-06B4EE3C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150062A2-EC55-4501-BEA3-19636EDE2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D404A1D3-AF41-4DE9-9348-42509DD8F3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3F14DC22-DCD1-4868-92B7-DE3D03CB99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E9C8A32C-5F2C-4367-A7DC-E97A65F36C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242765E9-4570-4750-A247-183ECDB197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9623E972-81AB-4271-B535-3DA521D1C7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843820E6-DB7A-449C-91CC-F7A72A41757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B8B4229D-8E77-4A91-9A56-212117FEA1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CBC08DE2-CABA-476D-A861-E9428A476E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3CE264B2-3FD7-4D35-B04F-DB3928E5D9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b60d0bc0464147" /><Relationship Type="http://schemas.openxmlformats.org/officeDocument/2006/relationships/slideLayout" Target="/ppt/slideLayouts/slideLayout1.xml" Id="R82fc115d525b44ed" /><Relationship Type="http://schemas.openxmlformats.org/officeDocument/2006/relationships/slideLayout" Target="/ppt/slideLayouts/slideLayout2.xml" Id="R64fe68c7588649fa" /><Relationship Type="http://schemas.openxmlformats.org/officeDocument/2006/relationships/slideLayout" Target="/ppt/slideLayouts/slideLayout3.xml" Id="Rb0892161f19e4d97" /><Relationship Type="http://schemas.openxmlformats.org/officeDocument/2006/relationships/slideLayout" Target="/ppt/slideLayouts/slideLayout4.xml" Id="Re12e3a63e6ce4454" /><Relationship Type="http://schemas.openxmlformats.org/officeDocument/2006/relationships/slideLayout" Target="/ppt/slideLayouts/slideLayout5.xml" Id="R4808c4c36cd84f4b" /><Relationship Type="http://schemas.openxmlformats.org/officeDocument/2006/relationships/slideLayout" Target="/ppt/slideLayouts/slideLayout6.xml" Id="Ra95cba606aa94b27" /><Relationship Type="http://schemas.openxmlformats.org/officeDocument/2006/relationships/slideLayout" Target="/ppt/slideLayouts/slideLayout7.xml" Id="Re1b6d231fcad429c" /><Relationship Type="http://schemas.openxmlformats.org/officeDocument/2006/relationships/slideLayout" Target="/ppt/slideLayouts/slideLayout8.xml" Id="R0f32c58fb28f4b77" /><Relationship Type="http://schemas.openxmlformats.org/officeDocument/2006/relationships/slideLayout" Target="/ppt/slideLayouts/slideLayout9.xml" Id="R5a5d9405a62345de" /><Relationship Type="http://schemas.openxmlformats.org/officeDocument/2006/relationships/slideLayout" Target="/ppt/slideLayouts/slideLayout10.xml" Id="R5219dd719c224294" /><Relationship Type="http://schemas.openxmlformats.org/officeDocument/2006/relationships/slideLayout" Target="/ppt/slideLayouts/slideLayout11.xml" Id="R6d9d068d30764f55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DA932797-83DE-4C1B-BAB1-A544DFDE38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2493B496-E8BD-463F-8C93-D2C79AAC58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DB56370-CDF7-4116-9423-6BC8847DE8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fc115d525b44ed"/>
    <p:sldLayoutId xmlns:r="http://schemas.openxmlformats.org/officeDocument/2006/relationships" id="2147483650" r:id="R64fe68c7588649fa"/>
    <p:sldLayoutId xmlns:r="http://schemas.openxmlformats.org/officeDocument/2006/relationships" id="2147483651" r:id="Rb0892161f19e4d97"/>
    <p:sldLayoutId xmlns:r="http://schemas.openxmlformats.org/officeDocument/2006/relationships" id="2147483652" r:id="Re12e3a63e6ce4454"/>
    <p:sldLayoutId xmlns:r="http://schemas.openxmlformats.org/officeDocument/2006/relationships" id="2147483653" r:id="R4808c4c36cd84f4b"/>
    <p:sldLayoutId xmlns:r="http://schemas.openxmlformats.org/officeDocument/2006/relationships" id="2147483654" r:id="Ra95cba606aa94b27"/>
    <p:sldLayoutId xmlns:r="http://schemas.openxmlformats.org/officeDocument/2006/relationships" id="2147483655" r:id="Re1b6d231fcad429c"/>
    <p:sldLayoutId xmlns:r="http://schemas.openxmlformats.org/officeDocument/2006/relationships" id="2147483656" r:id="R0f32c58fb28f4b77"/>
    <p:sldLayoutId xmlns:r="http://schemas.openxmlformats.org/officeDocument/2006/relationships" id="2147483657" r:id="R5a5d9405a62345de"/>
    <p:sldLayoutId xmlns:r="http://schemas.openxmlformats.org/officeDocument/2006/relationships" id="2147483658" r:id="R5219dd719c224294"/>
    <p:sldLayoutId xmlns:r="http://schemas.openxmlformats.org/officeDocument/2006/relationships" id="2147483659" r:id="R6d9d068d30764f5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778ce6fac4c2e" /><Relationship Type="http://schemas.openxmlformats.org/officeDocument/2006/relationships/image" Target="/ppt/media/image.png" Id="R0cee24e687f44fb7" /><Relationship Type="http://schemas.openxmlformats.org/officeDocument/2006/relationships/image" Target="/ppt/media/image2.png" Id="Rf1b750ce20e4402f" /><Relationship Type="http://schemas.openxmlformats.org/officeDocument/2006/relationships/notesSlide" Target="/ppt/notesSlides/notesSlide1.xml" Id="Re2bdc5c04fb742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d43a484e94fed" /><Relationship Type="http://schemas.openxmlformats.org/officeDocument/2006/relationships/image" Target="/ppt/media/image2.png" Id="R22741f16d5cd4247" /><Relationship Type="http://schemas.openxmlformats.org/officeDocument/2006/relationships/image" Target="/ppt/media/image3.png" Id="Re08f5a853e574610" /><Relationship Type="http://schemas.openxmlformats.org/officeDocument/2006/relationships/notesSlide" Target="/ppt/notesSlides/notesSlide2.xml" Id="R2be2e94b3dba42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b6207080d4203" /><Relationship Type="http://schemas.openxmlformats.org/officeDocument/2006/relationships/image" Target="/ppt/media/image4.png" Id="R8566be286dbe458d" /><Relationship Type="http://schemas.openxmlformats.org/officeDocument/2006/relationships/image" Target="/ppt/media/image.jpeg" Id="R61b673c648694ac0" /><Relationship Type="http://schemas.openxmlformats.org/officeDocument/2006/relationships/notesSlide" Target="/ppt/notesSlides/notesSlide3.xml" Id="R7c4675870e53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38d0f6eb54f78" /><Relationship Type="http://schemas.openxmlformats.org/officeDocument/2006/relationships/image" Target="/ppt/media/image2.png" Id="Ra0656cbe86424c1f" /><Relationship Type="http://schemas.openxmlformats.org/officeDocument/2006/relationships/image" Target="/ppt/media/image4.png" Id="R9745a432611e4e09" /><Relationship Type="http://schemas.openxmlformats.org/officeDocument/2006/relationships/notesSlide" Target="/ppt/notesSlides/notesSlide4.xml" Id="Rc4ab1708d20547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de70a09cc4e42" /><Relationship Type="http://schemas.openxmlformats.org/officeDocument/2006/relationships/image" Target="/ppt/media/image2.png" Id="Rf4f6edd8620d40d0" /><Relationship Type="http://schemas.openxmlformats.org/officeDocument/2006/relationships/image" Target="/ppt/media/image4.png" Id="R05b43bb336104cf4" /><Relationship Type="http://schemas.openxmlformats.org/officeDocument/2006/relationships/notesSlide" Target="/ppt/notesSlides/notesSlide5.xml" Id="R2d19f5efe45e4a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0216f36424934" /><Relationship Type="http://schemas.openxmlformats.org/officeDocument/2006/relationships/image" Target="/ppt/media/image2.png" Id="Rdb6465f2d722456a" /><Relationship Type="http://schemas.openxmlformats.org/officeDocument/2006/relationships/image" Target="/ppt/media/image4.png" Id="R6fcd8310e93b4788" /><Relationship Type="http://schemas.openxmlformats.org/officeDocument/2006/relationships/notesSlide" Target="/ppt/notesSlides/notesSlide6.xml" Id="R7ea3b0b3f1cc49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cd8df09ed465c" /><Relationship Type="http://schemas.openxmlformats.org/officeDocument/2006/relationships/image" Target="/ppt/media/image2.png" Id="R0db3dbb341624a8e" /><Relationship Type="http://schemas.openxmlformats.org/officeDocument/2006/relationships/image" Target="/ppt/media/image4.png" Id="Rb51e7a16d0874582" /><Relationship Type="http://schemas.openxmlformats.org/officeDocument/2006/relationships/notesSlide" Target="/ppt/notesSlides/notesSlide7.xml" Id="R679ed351482b41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0c917cb82469b" /><Relationship Type="http://schemas.openxmlformats.org/officeDocument/2006/relationships/image" Target="/ppt/media/image2.png" Id="R75a14e86f0064dee" /><Relationship Type="http://schemas.openxmlformats.org/officeDocument/2006/relationships/image" Target="/ppt/media/image4.png" Id="Rf46a0d51da8e468c" /><Relationship Type="http://schemas.openxmlformats.org/officeDocument/2006/relationships/notesSlide" Target="/ppt/notesSlides/notesSlide8.xml" Id="R83af028641f349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f7b8d2f6b41a6" /><Relationship Type="http://schemas.openxmlformats.org/officeDocument/2006/relationships/image" Target="/ppt/media/image2.png" Id="Rb782a220895545c6" /><Relationship Type="http://schemas.openxmlformats.org/officeDocument/2006/relationships/image" Target="/ppt/media/image4.png" Id="R69dd28485a714a18" /><Relationship Type="http://schemas.openxmlformats.org/officeDocument/2006/relationships/image" Target="/ppt/media/image5.png" Id="Rc60017a7344b4c05" /><Relationship Type="http://schemas.openxmlformats.org/officeDocument/2006/relationships/notesSlide" Target="/ppt/notesSlides/notesSlide9.xml" Id="Rf18008bfe2164b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618fce4424352" /><Relationship Type="http://schemas.openxmlformats.org/officeDocument/2006/relationships/image" Target="/ppt/media/image2.png" Id="R30b53d7fb5d14448" /><Relationship Type="http://schemas.openxmlformats.org/officeDocument/2006/relationships/image" Target="/ppt/media/image4.png" Id="Rc16eedbab0fc4e3e" /><Relationship Type="http://schemas.openxmlformats.org/officeDocument/2006/relationships/notesSlide" Target="/ppt/notesSlides/notesSlide10.xml" Id="R41171d63b47540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1718c28ad4d7c" /><Relationship Type="http://schemas.openxmlformats.org/officeDocument/2006/relationships/image" Target="/ppt/media/image2.png" Id="R10173e9a34084231" /><Relationship Type="http://schemas.openxmlformats.org/officeDocument/2006/relationships/image" Target="/ppt/media/image4.png" Id="R47938a33b916450b" /><Relationship Type="http://schemas.openxmlformats.org/officeDocument/2006/relationships/image" Target="/ppt/media/image.bin" Id="R1f755f61f9aa4b84" /><Relationship Type="http://schemas.openxmlformats.org/officeDocument/2006/relationships/notesSlide" Target="/ppt/notesSlides/notesSlide11.xml" Id="Rc79578cc94cf42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51d449cca4695" /><Relationship Type="http://schemas.openxmlformats.org/officeDocument/2006/relationships/image" Target="/ppt/media/image2.png" Id="R460f4b28fc9c4f7c" /><Relationship Type="http://schemas.openxmlformats.org/officeDocument/2006/relationships/image" Target="/ppt/media/image4.png" Id="Re200e1efc82d4c5b" /><Relationship Type="http://schemas.openxmlformats.org/officeDocument/2006/relationships/notesSlide" Target="/ppt/notesSlides/notesSlide12.xml" Id="Ra7f11cb1f89a4f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f6b074f39440c" /><Relationship Type="http://schemas.openxmlformats.org/officeDocument/2006/relationships/image" Target="/ppt/media/image2.png" Id="R8d99476d0f584011" /><Relationship Type="http://schemas.openxmlformats.org/officeDocument/2006/relationships/image" Target="/ppt/media/image4.png" Id="R3aefe3fcbeb14110" /><Relationship Type="http://schemas.openxmlformats.org/officeDocument/2006/relationships/notesSlide" Target="/ppt/notesSlides/notesSlide13.xml" Id="R26e4bed01f7f4c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0af148a594f92" /><Relationship Type="http://schemas.openxmlformats.org/officeDocument/2006/relationships/image" Target="/ppt/media/image2.png" Id="R85ffa3a66b044317" /><Relationship Type="http://schemas.openxmlformats.org/officeDocument/2006/relationships/image" Target="/ppt/media/image4.png" Id="R2bdb4648b8424b3e" /><Relationship Type="http://schemas.openxmlformats.org/officeDocument/2006/relationships/notesSlide" Target="/ppt/notesSlides/notesSlide14.xml" Id="R1c04c27bec094e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997ba36864b21" /><Relationship Type="http://schemas.openxmlformats.org/officeDocument/2006/relationships/image" Target="/ppt/media/image2.png" Id="Rfd9d8986d1df45a0" /><Relationship Type="http://schemas.openxmlformats.org/officeDocument/2006/relationships/image" Target="/ppt/media/image4.png" Id="Reac1b8469d9b415f" /><Relationship Type="http://schemas.openxmlformats.org/officeDocument/2006/relationships/notesSlide" Target="/ppt/notesSlides/notesSlide15.xml" Id="Ra8f00487e0464a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8c962767f42f7" /><Relationship Type="http://schemas.openxmlformats.org/officeDocument/2006/relationships/image" Target="/ppt/media/image2.png" Id="Rc0716f5e89d54aaa" /><Relationship Type="http://schemas.openxmlformats.org/officeDocument/2006/relationships/image" Target="/ppt/media/image6.png" Id="R6fe39b0c69084fa0" /><Relationship Type="http://schemas.openxmlformats.org/officeDocument/2006/relationships/notesSlide" Target="/ppt/notesSlides/notesSlide16.xml" Id="R613805f1c22640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8A6D1932-BE58-4E23-856E-B8C27254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5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E2E51D64-C6E5-43F1-ACCC-584319DAC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e24e687f44fb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48EA9688-3BFD-4B0C-BAEB-E1A627245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b750ce20e4402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2EB319-90F8-4133-8530-75B8B6F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95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Team name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5A5CEA-9252-43FC-9F7A-754CEA77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7242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Recursive Minds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7D4B01-D836-4116-A977-2FA0EBB3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Team leader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B5E46A-6E05-452E-9E66-34A88DA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242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Dhanyashree S Navileker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43C50D-0F1C-4951-9750-AFEFF2E1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Team member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ACC4CD-FBD2-4B4A-8E2D-C702DFB0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242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Abhishek 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BFEADA-438D-449E-AF6F-32FFD5F5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76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Problem statement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DE9B22-F4D4-44B7-9D6B-140A7105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505325"/>
            <a:ext cx="804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Useful renovation leftovers are discarded because owners struggle to describe uncertain materials and finders cannot judge whether a listing fits a real project.</a:t>
            </a:r>
          </a:p>
        </p:txBody>
      </p:sp>
    </p:spTree>
    <p:extLst>
      <p:ext uri="{BB962C8B-B14F-4D97-AF65-F5344CB8AC3E}">
        <p14:creationId xmlns:p14="http://schemas.microsoft.com/office/powerpoint/2010/main" val="12370302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72063580-3BB2-46D0-A40C-6AB696079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741f16d5cd424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1569F2E3-A420-44F4-8D56-006E57EA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63B58790-61D8-4CEA-A3AF-549A4709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1968750"/>
            <a:ext cx="33114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Note:</a:t>
            </a: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 Please download this template to make your edits and submit the final version.</a:t>
            </a: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C22DCA23-2165-4093-AD22-8C3071F9C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f5a853e57461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203" y="1194675"/>
            <a:ext cx="3604250" cy="2621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84301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A15C4439-DED1-4B15-B023-845C4B0B16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6be286dbe458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A3467DB-7154-4CEE-90C9-302C9D7B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9E7F8895-1698-480A-8980-E92F1DAE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Re:Source: mindful giving for unused resources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6EEC73A-C1CB-489B-A6B5-23A4E5FD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A reuse network, not a resale marketplace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9F1693-B536-405F-A1F5-EB0BC29C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71675"/>
            <a:ext cx="519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86273"/>
                </a:solidFill>
              </a:defRPr>
            </a:pPr>
            <a:r>
              <a:rPr sz="1500" b="0">
                <a:solidFill>
                  <a:srgbClr val="586273"/>
                </a:solidFill>
              </a:rPr>
              <a:t>People give away useful materials they no longer need. Others find them for a project, keeping usable resources in circulation and out of waste streams.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73F84A2-5AAF-4268-9002-813B6ACE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242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ECFBFD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Need a resource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E11A3AE-65B2-48C5-8A87-FD1A3665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242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F1ECFC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Give a resource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CFDE1F2-5D46-40F7-B7FD-C810E58C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ECFBFD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Build something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DC6F6EB-9B52-433B-B2F3-AABDB997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62375"/>
            <a:ext cx="519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041D9"/>
                </a:solidFill>
              </a:defRPr>
            </a:pPr>
            <a:r>
              <a:rPr sz="1500" b="1">
                <a:solidFill>
                  <a:srgbClr val="7041D9"/>
                </a:solidFill>
              </a:rPr>
              <a:t>AI turns each entry point into an interactive path, then connects intent to available giveaways.</a:t>
            </a:r>
          </a:p>
        </p:txBody>
      </p:sp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D5F4C49-5D8A-463E-A8BC-BE17E41CC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673c648694ac0"/>
          <a:srcRect xmlns:a="http://schemas.openxmlformats.org/drawingml/2006/main" l="11667" t="0" r="11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381125"/>
            <a:ext cx="2190750" cy="285750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</p:spTree>
    <p:extLst>
      <p:ext uri="{BB962C8B-B14F-4D97-AF65-F5344CB8AC3E}">
        <p14:creationId xmlns:p14="http://schemas.microsoft.com/office/powerpoint/2010/main" val="4629179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8F9E331F-2674-4C4C-9C0F-7CF20B8945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656cbe86424c1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47CFA0A6-8631-4D70-8E6B-6C7084906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5a432611e4e0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9C7AF9DC-C4C7-4E69-91B7-68C3600E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308AE821-3AFA-430F-A2C5-E9B2A9E8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Why Re:Source is different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0B18A2-02A4-4AB3-9117-FA42BA49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229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6EC08A-3C64-4E21-B945-EDC3D2E2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788E8"/>
                </a:solidFill>
              </a:defRPr>
            </a:pPr>
            <a:r>
              <a:rPr sz="1500" b="1">
                <a:solidFill>
                  <a:srgbClr val="3788E8"/>
                </a:solidFill>
              </a:rPr>
              <a:t>The gap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6E40C60-B6B4-41CD-AE3C-3E5FE3FD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240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People search with project intent, while leftover inventory is described as isolated items.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5AB5930-976C-4792-BA6B-7B2A2C01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E7F3D5B-56B5-4016-A5D0-90858809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041D9"/>
                </a:solidFill>
              </a:defRPr>
            </a:pPr>
            <a:r>
              <a:rPr sz="1500" b="1">
                <a:solidFill>
                  <a:srgbClr val="7041D9"/>
                </a:solidFill>
              </a:rPr>
              <a:t>The response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81B962D-3D55-4CD5-A298-98D3603A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Re:Source converts a project brief into requirements and matches only against available inventory.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1735DCF-84BA-483D-809A-9F4087C9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4725"/>
            <a:ext cx="8229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43D6857-0A2A-424C-B051-456AF01C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788E8"/>
                </a:solidFill>
              </a:defRPr>
            </a:pPr>
            <a:r>
              <a:rPr sz="1500" b="1">
                <a:solidFill>
                  <a:srgbClr val="3788E8"/>
                </a:solidFill>
              </a:rPr>
              <a:t>The trust layer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D4B7E94-79AA-4FF0-9500-D904D8A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576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Every recommendation shows confirmed facts, calculated coverage, missing information and pickup questions.</a:t>
            </a:r>
          </a:p>
        </p:txBody>
      </p:sp>
    </p:spTree>
    <p:extLst>
      <p:ext uri="{BB962C8B-B14F-4D97-AF65-F5344CB8AC3E}">
        <p14:creationId xmlns:p14="http://schemas.microsoft.com/office/powerpoint/2010/main" val="20135852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E4F038CB-DFB0-4ABE-B92A-67BF5AA3C4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f6edd8620d40d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82D711E9-466A-4220-AC84-4007FFFC93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43bb336104cf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F7FA2073-4965-4E81-9251-D1BC1F7D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ABAB71E5-713A-471E-B9CB-4FB33D38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Core product features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FFD44EB-D407-49A7-84A9-51DCA11F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471480A-10E5-4347-A4B5-DC271738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Mindful giveaway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D5D4875-D4F8-42D1-B914-AFA741EB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Resources move to someone who needs them without turning the experience into resale.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60067CC-481A-474E-87C7-4443D1A8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3811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13A5BA-BC9A-416F-B12C-11B38B41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5240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Rewards system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9B7F80-73BA-4F6C-BE56-DE5CF7AC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097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Recognises people who give useful resources and complete successful handoffs.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71DEE3-AE83-4EAE-820B-EF33D325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8B964D1-F0BD-4213-9C98-B11C0A7E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Three entry points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2BC449E-32B7-4F00-ABAA-7BCB63C9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Start with Need a resource, Give a resource or Build something.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6B92D6-7CF8-4BAD-9074-292841D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0507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58E6478-1710-4277-81CD-F14D86F6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4795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Chat + dashboard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F5E7DB3-448A-4A05-98FB-BA9C81C1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337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Switch between guided conversation and a structured overview of listings and progress.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9622789-75C6-4AF1-BD63-25097850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BB197BD-601F-446F-8994-78C5AD96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Mobile-first access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14F806C-E944-4D87-99DE-6EFDB0CA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Keeps the complete journey usable across phones, tablets and desktop screens.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844A7AB-6E84-449E-A343-455D1955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290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58B590F-7BC8-44D4-B279-333C1F9B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719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Tracked handoff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33473FC-B2E3-4761-AE32-5C3606B1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576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Follows a matched resource until collection or delivery through a partner such as Porter.</a:t>
            </a:r>
          </a:p>
        </p:txBody>
      </p:sp>
    </p:spTree>
    <p:extLst>
      <p:ext uri="{BB962C8B-B14F-4D97-AF65-F5344CB8AC3E}">
        <p14:creationId xmlns:p14="http://schemas.microsoft.com/office/powerpoint/2010/main" val="11534853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A6AB3693-A832-47CB-A992-4EA338883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6465f2d722456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4A7FBA69-8F5B-40C3-AE3F-7A014FAB6D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d8310e93b478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232F3E2B-B5E7-4301-AC7D-5DFB0A60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E3681A71-4DE2-4B51-B1FD-BEFDA926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Finder and owner journeys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D3C70FE-1A95-4059-8754-E273CCBE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85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25D9F0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5D9F0"/>
                </a:solidFill>
              </a:defRPr>
            </a:pPr>
            <a:r>
              <a:rPr sz="1125" b="1">
                <a:solidFill>
                  <a:srgbClr val="25D9F0"/>
                </a:solidFill>
              </a:rPr>
              <a:t>NEED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2CC7BAC-21E7-468C-8752-5A338BC6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858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State the need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2A1613F-1DCE-46E1-8DA7-B6C9C75E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4954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solidFill>
              <a:srgbClr val="25D9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770D3B3-DA05-4943-93A3-D14C2498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858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AI clarifies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75A81D9-A274-485E-9A0A-8C53F112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solidFill>
              <a:srgbClr val="25D9F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BC83EAA-891D-4E51-967E-3DF43F1A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2858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Find giveaways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B4632AD-EB9E-4827-BA3E-FDA10C80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4954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solidFill>
              <a:srgbClr val="25D9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1C820C-0C8A-4A26-A995-7A95B65A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858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4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Track handoff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4D508FA-F485-4D15-9EED-070266A1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52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7041D9"/>
                </a:solidFill>
              </a:defRPr>
            </a:pPr>
            <a:r>
              <a:rPr sz="1125" b="1">
                <a:solidFill>
                  <a:srgbClr val="7041D9"/>
                </a:solidFill>
              </a:rPr>
              <a:t>GIVE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669B5D3-C689-4270-B2F2-A80481A0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526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Add resource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A96DC70-3418-4B56-A52B-E47357B3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622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solidFill>
              <a:srgbClr val="7041D9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FBB1DA2-3826-4DD9-B434-DFF03526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Confirm details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D251314-5023-494A-9BB1-A9C4C9C1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5622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solidFill>
              <a:srgbClr val="7041D9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A80BC80-7053-41BC-AE39-DD2F22B1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526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Share listing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002089A-4F18-4210-A04B-354F717B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622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solidFill>
              <a:srgbClr val="7041D9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66F5571-CC34-4352-BC91-4E3ABFF6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526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4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Earn reward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C00808-075E-457B-BEA4-D91C15DD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19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3788E8"/>
                </a:solidFill>
              </a:defRPr>
            </a:pPr>
            <a:r>
              <a:rPr sz="1125" b="1">
                <a:solidFill>
                  <a:srgbClr val="3788E8"/>
                </a:solidFill>
              </a:rPr>
              <a:t>BUILD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5E38EA0-18E6-4BAA-B82A-B7A032F2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194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88E8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Describe project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EEA257E-5F1A-4262-8A91-3AE11B1F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290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88E8"/>
          </a:solidFill>
          <a:ln xmlns:a="http://schemas.openxmlformats.org/drawingml/2006/main" w="0">
            <a:solidFill>
              <a:srgbClr val="3788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ECAB505-D93C-4B57-B408-3A31A9B8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194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88E8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List materials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572E87F-C695-496A-A5E7-91FF4EF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6290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88E8"/>
          </a:solidFill>
          <a:ln xmlns:a="http://schemas.openxmlformats.org/drawingml/2006/main" w="0">
            <a:solidFill>
              <a:srgbClr val="3788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7A89070-892D-4543-9439-C96A4633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194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88E8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Match supply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E97978A-752D-4A1B-A21C-08DFF5CB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290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88E8"/>
          </a:solidFill>
          <a:ln xmlns:a="http://schemas.openxmlformats.org/drawingml/2006/main" w="0">
            <a:solidFill>
              <a:srgbClr val="3788E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56B9BD7-CAA5-4486-BD02-DF5D36AD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19475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88E8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4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Track plan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6ABBAA5-EB82-41CC-A9FB-F7298619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586273"/>
                </a:solidFill>
              </a:defRPr>
            </a:pPr>
            <a:r>
              <a:rPr sz="1125" b="1">
                <a:solidFill>
                  <a:srgbClr val="586273"/>
                </a:solidFill>
              </a:rPr>
              <a:t>One interactive entry point routes each person into the right journey. Every matched resource stays visible until the recipient confirms the handoff.</a:t>
            </a:r>
          </a:p>
        </p:txBody>
      </p:sp>
    </p:spTree>
    <p:extLst>
      <p:ext uri="{BB962C8B-B14F-4D97-AF65-F5344CB8AC3E}">
        <p14:creationId xmlns:p14="http://schemas.microsoft.com/office/powerpoint/2010/main" val="15662330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E6C32C02-9529-4CCD-822E-B1323E3769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b3dbb341624a8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739548C9-959A-4927-AB63-83D111BE47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e7a16d087458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69E07EFC-6A6A-46F5-8887-80287E4F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804C7D8B-2FE1-499F-995C-C9CFD26B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Two interface modes, designed mobile first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2E63204-D4DC-4350-8808-CB033703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2571750" cy="2762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A94FA7-D979-4536-BB40-1A13E20A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788E8"/>
                </a:solidFill>
              </a:defRPr>
            </a:pPr>
            <a:r>
              <a:rPr sz="1650" b="1">
                <a:solidFill>
                  <a:srgbClr val="3788E8"/>
                </a:solidFill>
              </a:rPr>
              <a:t>1. Chat mode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F504AD3-4DA5-481B-BE20-5F46D287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A guided conversation understands whether the person needs, gives or wants to build.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F87429-F466-492B-955B-1E5678D2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11A9DEF-6B04-4719-84C4-8E9C702D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33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AADD052-7643-4EA4-A9BD-022AF505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F5926D4-1747-4ACA-A836-742432C0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81125"/>
            <a:ext cx="2571750" cy="2762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BA2B15A-8704-470A-B4D5-5A1E5D8D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041D9"/>
                </a:solidFill>
              </a:defRPr>
            </a:pPr>
            <a:r>
              <a:rPr sz="1650" b="1">
                <a:solidFill>
                  <a:srgbClr val="7041D9"/>
                </a:solidFill>
              </a:rPr>
              <a:t>2. Dashboard mode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33AF094-3804-43C0-971C-89B4A9EC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09775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A structured view shows resources, rewards, saved plans and handoff status.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51EBCD5-47D9-4A34-B28C-060F1DB3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4F9CB75-5D27-4A6B-B632-2AC0F0B1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A7E4918-635C-4088-800E-BC4E2A62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9B89237-78BB-48FC-ACB1-C54301A4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81125"/>
            <a:ext cx="2571750" cy="2762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BC98E67-43CA-4F6F-AEF4-EC2EDD6E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788E8"/>
                </a:solidFill>
              </a:defRPr>
            </a:pPr>
            <a:r>
              <a:rPr sz="1650" b="1">
                <a:solidFill>
                  <a:srgbClr val="3788E8"/>
                </a:solidFill>
              </a:rPr>
              <a:t>3. Mobile first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528F860-BC1D-4D77-9B35-93A0FC9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9775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Compact navigation and clear actions keep both modes usable on any device.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81B8508-20C1-4F89-8DA7-E8616931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922A82A-CE98-4F8B-9679-598B092B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33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0F7BD6C-AC40-41C9-A0A0-E5BB0FDB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19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61021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2E37E83F-F15D-4F12-B1D3-38D6B5D2A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a14e86f0064de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D8A85454-B299-4F30-8975-A60A77DEE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a0d51da8e468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FB42F292-BDE7-44F1-85E7-EF58ECE5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888A834B-D7C6-4DB4-BD6D-664F978D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Proposed Google-hosted architecture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15E7463-9EA9-41E4-A2CE-ABE2AC43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React + TypeScript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shadcn/ui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4A110A8-350C-4CC4-BA4F-8985F3ED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Firebase Hosting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7DC57B5-B250-4B28-A3A8-F736FFDE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85875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Auth + App Check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0B10333-DA1F-4514-8594-7D6365EE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Cloud Firestore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6A2B6D9-A8D7-49DF-A7F5-A50EC302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Firebase AI Logic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11E2D8C-A81E-42C6-9F1B-4432330B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Gemini Developer API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76C56C2-39DC-4C15-8742-188C2B91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28825"/>
            <a:ext cx="3333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BE6DB1D-D991-4F3B-9DCF-1319C404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28825"/>
            <a:ext cx="3333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0A98E26-A7B7-42D1-AEE2-9998B3D9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288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524C0C8-B472-4625-87B9-4F0F1603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71750"/>
            <a:ext cx="2857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3C4857D-8C15-4F0D-9402-A2D5FDED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Application services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61E6614-7991-4305-8605-79257D87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90950"/>
            <a:ext cx="4238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Firestore records giveaways, reward events and handoff status. Deterministic code handles material calculations.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2F37E60-E0B9-461A-99F5-9C02CE9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Delivery partner tracking is a planned integration after a match is accepted.</a:t>
            </a:r>
          </a:p>
        </p:txBody>
      </p:sp>
    </p:spTree>
    <p:extLst>
      <p:ext uri="{BB962C8B-B14F-4D97-AF65-F5344CB8AC3E}">
        <p14:creationId xmlns:p14="http://schemas.microsoft.com/office/powerpoint/2010/main" val="1629902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1BA60F7F-9F8A-432F-B09A-B86EDCC4C8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82a220895545c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4D98E146-E2A1-492F-BDCD-EFF2230EF5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d28485a714a1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F55638EE-D9AF-4AF4-B83C-945F1365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DFC0B5F8-1B8B-4E49-BF4D-D944C36D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Technology choices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89C5499-E163-4FC4-A556-7E7AD1C7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Frontend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75CAD4D-F29C-4A84-ACEE-08759394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763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React 19, TypeScript, Vite 8, Tailwind CSS and shadcn/ui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B0DE1D2-279B-4E75-9594-2A5980C5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Google services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D98E15E-E876-4202-9AE5-AF8CA205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66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Firebase Hosting, Firestore, anonymous Authentication and App Check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C735A96-C5B4-4D33-84E9-92A8CCC7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57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AI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B226061-C3B3-4FBB-A05F-949A7B62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575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Firebase AI Logic with the Gemini Developer API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CADA5FA-42FB-4D99-831F-8F6EA647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Handoff integration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910DD45-7F75-42C8-8ADB-2CE9E7FE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481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Delivery-status link with a third-party provider such as Porter (planned)</a:t>
            </a:r>
          </a:p>
        </p:txBody>
      </p:sp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2C545DE-1CA4-42FF-9541-F12F28A6A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017a7344b4c05"/>
          <a:stretch xmlns:a="http://schemas.openxmlformats.org/drawingml/2006/main"/>
        </p:blipFill>
        <p:spPr>
          <a:xfrm xmlns:a="http://schemas.openxmlformats.org/drawingml/2006/main">
            <a:off x="7096125" y="1910137"/>
            <a:ext cx="1619250" cy="1704225"/>
          </a:xfrm>
          <a:prstGeom xmlns:a="http://schemas.openxmlformats.org/drawingml/2006/main" prst="rect">
            <a:avLst/>
          </a:prstGeom>
        </p:spPr>
      </p:pic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3A2BD43-93C2-4A8E-B13B-506B82DB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38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86273"/>
                </a:solidFill>
              </a:defRPr>
            </a:pPr>
            <a:r>
              <a:rPr sz="1125" b="1">
                <a:solidFill>
                  <a:srgbClr val="586273"/>
                </a:solidFill>
              </a:rPr>
              <a:t>Open-source UI foundation: shadcn/ui (MIT)</a:t>
            </a:r>
          </a:p>
        </p:txBody>
      </p:sp>
    </p:spTree>
    <p:extLst>
      <p:ext uri="{BB962C8B-B14F-4D97-AF65-F5344CB8AC3E}">
        <p14:creationId xmlns:p14="http://schemas.microsoft.com/office/powerpoint/2010/main" val="18144816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1BDCAAED-E69F-40FA-BB5A-1EC51F2676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b53d7fb5d1444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44243F1B-816C-408C-9E11-65D8D5810F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eedbab0fc4e3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43A2C0E0-74E9-4806-8AC5-CA601DF7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FA43F5CA-4C04-4001-BC90-39A5D5C2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Implementation cost target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DD850C1-16E3-49F8-8255-E385F1D6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The prototype is designed to run without paid infrastructure during the competition.</a:t>
            </a:r>
          </a:p>
        </p:txBody>
      </p:sp>
      <p:graphicFrame>
        <p:nvGraphicFrame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3B4BC3F-27A4-4E94-8B18-289985D22130}"/>
              </a:ext>
            </a:extLst>
          </p:cNvPr>
          <p:cNvGraphicFramePr/>
          <p:nvPr/>
        </p:nvGraphicFramePr>
        <p:xfrm>
          <a:off xmlns:a="http://schemas.openxmlformats.org/drawingml/2006/main" x="523875" y="2000250"/>
          <a:ext xmlns:a="http://schemas.openxmlformats.org/drawingml/2006/main" cx="80962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8750"/>
                <a:gridCol w="2698750"/>
                <a:gridCol w="2698750"/>
              </a:tblGrid>
              <a:tr h="428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Planned tier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Competition cost target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Firebase Hosting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Spark / unbilled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Firestore + anonymous Auth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Free quota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Firebase AI Logic + Gemini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Free developer quota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Frontend libraries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Open source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126C67B-5669-4B87-A38C-F59AE64C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9A6700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9A6700"/>
                </a:solidFill>
              </a:defRPr>
            </a:pPr>
            <a:r>
              <a:rPr sz="1050" b="1">
                <a:solidFill>
                  <a:srgbClr val="9A6700"/>
                </a:solidFill>
              </a:rPr>
              <a:t>Cost and capacity depend on current quotas and event rules. Verify both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9763906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F2FAC486-94F2-457D-8D78-28CE9C15C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173e9a3408423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6B4E6290-EB7C-453E-80C4-EA312D99CD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38a33b916450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F85F20B3-7333-4946-9C54-EDEE5025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B94BEB7E-B9E7-462B-9774-4A4BE326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Prototype snapshot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1103136-15F4-47D3-986A-4D287D1DB6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55f61f9aa4b84"/>
          <a:stretch xmlns:a="http://schemas.openxmlformats.org/drawingml/2006/main"/>
        </p:blipFill>
        <p:spPr>
          <a:xfrm xmlns:a="http://schemas.openxmlformats.org/drawingml/2006/main">
            <a:off x="1474690" y="1285875"/>
            <a:ext cx="6194621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3D42FDA-B2AF-419A-BEAA-F147DF46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3788E8"/>
                </a:solidFill>
              </a:defRPr>
            </a:pPr>
            <a:r>
              <a:rPr sz="1050" b="1">
                <a:solidFill>
                  <a:srgbClr val="3788E8"/>
                </a:solidFill>
              </a:rPr>
              <a:t>Confirmed project brief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230743D-229C-46D7-806E-3466FE47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7041D9"/>
                </a:solidFill>
              </a:defRPr>
            </a:pPr>
            <a:r>
              <a:rPr sz="1050" b="1">
                <a:solidFill>
                  <a:srgbClr val="7041D9"/>
                </a:solidFill>
              </a:rPr>
              <a:t>Inventory-backed matches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283F9A3-F547-463F-8449-EDAFD8FB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3788E8"/>
                </a:solidFill>
              </a:defRPr>
            </a:pPr>
            <a:r>
              <a:rPr sz="1050" b="1">
                <a:solidFill>
                  <a:srgbClr val="3788E8"/>
                </a:solidFill>
              </a:rPr>
              <a:t>Saved-plan workflow</a:t>
            </a:r>
          </a:p>
        </p:txBody>
      </p:sp>
    </p:spTree>
    <p:extLst>
      <p:ext uri="{BB962C8B-B14F-4D97-AF65-F5344CB8AC3E}">
        <p14:creationId xmlns:p14="http://schemas.microsoft.com/office/powerpoint/2010/main" val="8507013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7676CFA9-B80B-40E9-88AE-7501FF2618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0f4b28fc9c4f7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0E651741-126B-4B5F-B002-4E658A2124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0e1efc82d4c5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3CE9CD5F-3BD7-49D5-BDE4-0769F3A0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2E0731B2-25D8-4111-A87B-15E16F9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Prototype checks and benchmarks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graphicFrame>
        <p:nvGraphicFrame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D42C622-4148-4E47-95B9-30B6EBA4D3EA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82867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1688"/>
                <a:gridCol w="2071688"/>
                <a:gridCol w="2071688"/>
                <a:gridCol w="2071688"/>
              </a:tblGrid>
              <a:tr h="39885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 result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Next 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Production build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Capture dated build output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Matching tests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6 of 6 pass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Retain test output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Owner + finder journeys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Browser checked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Record full flows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Desktop + 390 px mobile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Visually inspected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Capture final deployed views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Giveaway completion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Not measured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Track listing to confirmed recipient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9A6700"/>
                          </a:solidFill>
                        </a:rPr>
                        <a:t>Required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4CE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Reward issuance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Not measured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Verify reward after completed handoff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9A6700"/>
                          </a:solidFill>
                        </a:rPr>
                        <a:t>Required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4CE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Delivery tracking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Partner integration pending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Track accepted resource to receipt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9A6700"/>
                          </a:solidFill>
                        </a:rPr>
                        <a:t>Required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4CE"/>
                    </a:solidFill>
                  </a:tcPr>
                </a:tc>
              </a:tr>
            </a:tbl>
          </a:graphicData>
        </a:graphic>
      </p:graphicFrame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2553AC6-EA30-434B-9A2A-5E56C4C1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86273"/>
                </a:solidFill>
              </a:defRPr>
            </a:pPr>
            <a:r>
              <a:rPr sz="1050" b="1">
                <a:solidFill>
                  <a:srgbClr val="586273"/>
                </a:solidFill>
              </a:rPr>
              <a:t>Targets never appear as measured results. The final deck should use dated evidence from the deployed build.</a:t>
            </a:r>
          </a:p>
        </p:txBody>
      </p:sp>
    </p:spTree>
    <p:extLst>
      <p:ext uri="{BB962C8B-B14F-4D97-AF65-F5344CB8AC3E}">
        <p14:creationId xmlns:p14="http://schemas.microsoft.com/office/powerpoint/2010/main" val="5509626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92CDB34F-EF4F-4AB9-9F77-C71BF9BA3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99476d0f58401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5EDBE062-FE6A-4DB0-BE3B-B427B9575D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fe3fcbeb1411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92A1BA1C-0642-4350-8B50-91D64977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7EE03996-F53C-45E0-BFC0-71FF0829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Development roadmap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33A00CB-963B-408D-B2F8-A82F07DC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76375"/>
            <a:ext cx="2571750" cy="2714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0FEB2C6-2749-455B-AF64-3C59A0DD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5D9F0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D9F0"/>
                </a:solidFill>
              </a:defRPr>
            </a:pPr>
            <a:r>
              <a:rPr sz="2550" b="1">
                <a:solidFill>
                  <a:srgbClr val="25D9F0"/>
                </a:solidFill>
              </a:rPr>
              <a:t>01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AAAF20A-D542-4C33-9841-C80BB9B5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Before submission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83B457B-F131-4ACC-80AF-17010F67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Verify the deployed need, give and build paths. Show chat and dashboard modes on a mobile viewport.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974BA74-B8DB-4132-9ACD-EB6D618C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476375"/>
            <a:ext cx="2571750" cy="2714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88E8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224449B-CADA-474B-97F2-FD1058E7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66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788E8"/>
                </a:solidFill>
              </a:defRPr>
            </a:pPr>
            <a:r>
              <a:rPr sz="2550" b="1">
                <a:solidFill>
                  <a:srgbClr val="3788E8"/>
                </a:solidFill>
              </a:rPr>
              <a:t>02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8A46AE7-BE97-4E59-B275-A65ABF5B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86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Pilot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38C1EFC-6F71-4153-ACCA-0E92B02B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003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Measure completed giveaways, activate rewards and test handoff tracking in one locality.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5CB8AB9-0156-4627-B59E-812CF432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76375"/>
            <a:ext cx="2571750" cy="2714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5C8ACC6-718C-4805-AC94-68DFE293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66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041D9"/>
                </a:solidFill>
              </a:defRPr>
            </a:pPr>
            <a:r>
              <a:rPr sz="2550" b="1">
                <a:solidFill>
                  <a:srgbClr val="7041D9"/>
                </a:solidFill>
              </a:rPr>
              <a:t>03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B89A6F2-83D2-48B0-86A2-00B8A576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86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After validation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9BBA169-5F95-461B-B820-1E6DB78C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003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Connect a delivery partner, strengthen fraud controls and expand supported resource categories.</a:t>
            </a:r>
          </a:p>
        </p:txBody>
      </p:sp>
    </p:spTree>
    <p:extLst>
      <p:ext uri="{BB962C8B-B14F-4D97-AF65-F5344CB8AC3E}">
        <p14:creationId xmlns:p14="http://schemas.microsoft.com/office/powerpoint/2010/main" val="152799067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5EED7037-DB52-4668-8921-0BEB4D4032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ffa3a66b04431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B10A6FAA-C004-4B93-B912-71C92432BE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b4648b8424b3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0001A7D4-5B1D-4743-BEC3-96F21AC1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A06936F7-9FF0-45CA-B0A9-542AE902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Submission links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57534FA-6514-4775-A2F9-07D4F1C9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81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E7F6EC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0E74489-B04C-4801-BEE6-7B839DAB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97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7245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7245"/>
                </a:solidFill>
              </a:defRPr>
            </a:pPr>
            <a:r>
              <a:rPr sz="1200" b="1">
                <a:solidFill>
                  <a:srgbClr val="177245"/>
                </a:solidFill>
              </a:rPr>
              <a:t>Public GitHub repository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1B9EB5C-7EB7-4706-88F0-1CBFC9AC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https://github.com/dhanyanavileker/Recursive-Minds-Submission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CDD7402-2176-4B1E-9506-3248404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781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FFF4CE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7A45A7C-9C02-4856-B35D-AD165D8A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9A6700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9A6700"/>
                </a:solidFill>
              </a:defRPr>
            </a:pPr>
            <a:r>
              <a:rPr sz="1200" b="1">
                <a:solidFill>
                  <a:srgbClr val="9A6700"/>
                </a:solidFill>
              </a:rPr>
              <a:t>Three-minute demo video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537246E-1722-42C8-8502-4B8F3EBD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ADD PUBLIC VIDEO URL BEFORE SUBMISSION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7481D86-2CCA-4194-9CB3-86DF7A44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781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E7F6EC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7560203-3FF9-4464-8842-EBA0C245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7245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7245"/>
                </a:solidFill>
              </a:defRPr>
            </a:pPr>
            <a:r>
              <a:rPr sz="1200" b="1">
                <a:solidFill>
                  <a:srgbClr val="177245"/>
                </a:solidFill>
              </a:rPr>
              <a:t>Final product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47ACA28-CFA0-4B3C-B58E-9B8FE740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https://recursive-minds-submission-430351890694.asia-south1.run.app/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9FD3961-A790-42FF-884D-1AA4EE1B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863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86273"/>
                </a:solidFill>
              </a:defRPr>
            </a:pPr>
            <a:r>
              <a:rPr sz="1050" b="1">
                <a:solidFill>
                  <a:srgbClr val="586273"/>
                </a:solidFill>
              </a:rPr>
              <a:t>Test every link while signed out before uploading the final deck.</a:t>
            </a:r>
          </a:p>
        </p:txBody>
      </p:sp>
    </p:spTree>
    <p:extLst>
      <p:ext uri="{BB962C8B-B14F-4D97-AF65-F5344CB8AC3E}">
        <p14:creationId xmlns:p14="http://schemas.microsoft.com/office/powerpoint/2010/main" val="6249828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4F8801EF-9CFA-429C-AFBA-6D337EC832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9d8986d1df45a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05DF5FBE-64FA-4A40-B2BA-1E3017193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1b8469d9b415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5E83AB3D-8F11-4CA4-9DA8-F635F69D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3115AA7-81E0-440E-821F-D0DC8622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11827"/>
                </a:solidFill>
              </a:defRPr>
            </a:pPr>
            <a:r>
              <a:rPr sz="1600" b="1">
                <a:solidFill>
                  <a:srgbClr val="111827"/>
                </a:solidFill>
              </a:rPr>
              <a:t>AI contribution and trust boundaries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2D9757E-0DF4-4888-A5F8-71CFE975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8100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3788E8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31F8772-C343-4D6B-8A53-CE32B0DC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3788E8"/>
                </a:solidFill>
              </a:defRPr>
            </a:pPr>
            <a:r>
              <a:rPr sz="1725" b="1">
                <a:solidFill>
                  <a:srgbClr val="3788E8"/>
                </a:solidFill>
              </a:rPr>
              <a:t>AI assists with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BCD1DC2-84A1-411A-9883-AC3875C2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90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A052912-52C0-4F85-9D3C-03847F07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81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Routing need, give and build intent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7C9DCF4-885C-4FBE-8589-8692632A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4B68C96-2F8A-49B3-9583-201A3CC4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765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Turning a project into a material list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5DC9261-05D9-498B-BCCA-6CA6FB5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1B16292-DDCD-4678-9BC4-855AE841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71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Finding suitable available giveaways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C8E6B77-94F0-4DAF-A327-9AA95F8E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38100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1352447-0ADF-4E8F-88DF-1687CEF0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041D9"/>
                </a:solidFill>
              </a:defRPr>
            </a:pPr>
            <a:r>
              <a:rPr sz="1725" b="1">
                <a:solidFill>
                  <a:srgbClr val="7041D9"/>
                </a:solidFill>
              </a:rPr>
              <a:t>The product controls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A59B895-902E-4D89-8376-F9A5CA3B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90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80F1E33-F352-40E0-AA06-A91E098E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81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Owner confirmation before publishing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8E21C62-8A91-427C-A06A-DAFC6D15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15542C5-BD89-4AF8-A6A5-3DDBFD90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765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Reward only after a completed handoff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CFEF531-4ABB-45F5-922E-DB910AF1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813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8BE7EFF-1FDD-44E0-BB60-CEFE0F67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71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Deterministic material calculations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5F59380-1540-4099-993F-0675BEA2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766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698C07C-5F7B-47A8-8C25-CBD47D90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Partner status until the recipient confirms receipt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0B6B299-56AC-452D-8F5E-5B376A1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9A6700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9A6700"/>
                </a:solidFill>
              </a:defRPr>
            </a:pPr>
            <a:r>
              <a:rPr sz="1050" b="1">
                <a:solidFill>
                  <a:srgbClr val="9A6700"/>
                </a:solidFill>
              </a:rPr>
              <a:t>The submission should describe live AI only after Gemini access and end-to-end behavior are verified.</a:t>
            </a:r>
          </a:p>
        </p:txBody>
      </p:sp>
    </p:spTree>
    <p:extLst>
      <p:ext uri="{BB962C8B-B14F-4D97-AF65-F5344CB8AC3E}">
        <p14:creationId xmlns:p14="http://schemas.microsoft.com/office/powerpoint/2010/main" val="15309383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60653A72-0085-41BE-82EF-24206A97E5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716f5e89d54aa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40614A11-0A56-43CB-B88B-BAD2B5981F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39b0c69084fa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211417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2026-10-17T08:16:27.8080000Z</dcterms:created>
  <dcterms:modified xsi:type="dcterms:W3CDTF">2026-10-17T08:16:27.8080000Z</dcterms:modified>
</coreProperties>
</file>